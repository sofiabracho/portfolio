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conceptual. UI exportada desde componentes oficiales shadcn/ui con tema Pixel to Cloud. Texto editorial e imágenes son elementos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conceptual. UI exportada desde componentes oficiales shadcn/ui con tema Pixel to Cloud. Texto editorial e imágenes son elementos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conceptual. UI exportada desde componentes oficiales shadcn/ui con tema Pixel to Cloud. Texto editorial e imágenes son elementos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conceptual. UI exportada desde componentes oficiales shadcn/ui con tema Pixel to Cloud. Texto editorial e imágenes son elementos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portfolio\portfolio\output\social-design\design-kit\ui\exports\halo-2-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Image 1" descr="C:\Code\portfolio\portfolio\output\social-design\design-kit\ui\exports\form-defa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4762500"/>
            <a:ext cx="7429500" cy="54538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914400"/>
            <a:ext cx="845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SOFÍA BRACHO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8191500" y="9144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/ 05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1809750"/>
            <a:ext cx="8458200" cy="1855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Alguien ya escribió</a:t>
            </a:r>
            <a:endParaRPr lang="en-US" sz="6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todo esto.</a:t>
            </a:r>
            <a:endParaRPr lang="en-US" sz="66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790950"/>
            <a:ext cx="8458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 algo falla, no debería empezar de cero.</a:t>
            </a:r>
            <a:endParaRPr lang="en-US" sz="27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0820400"/>
            <a:ext cx="84582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85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escrito ya costó tiempo.</a:t>
            </a:r>
            <a:endParaRPr lang="en-US" sz="285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11620500"/>
            <a:ext cx="8458200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25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EJEMPLO CONCEPTUAL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portfolio\portfolio\output\social-design\design-kit\ui\exports\halo-2-3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Image 1" descr="C:\Code\portfolio\portfolio\output\social-design\design-kit\ui\exports\form-inval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4572000"/>
            <a:ext cx="7429500" cy="601101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914400"/>
            <a:ext cx="845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SOFÍA BRACHO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8191500" y="9144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/ 05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1809750"/>
            <a:ext cx="8458200" cy="177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3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Explica qué</a:t>
            </a:r>
            <a:endParaRPr lang="en-US" sz="6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3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hay que corregir.</a:t>
            </a:r>
            <a:endParaRPr lang="en-US" sz="6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790950"/>
            <a:ext cx="8458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error va junto al campo.</a:t>
            </a:r>
            <a:endParaRPr lang="en-US" sz="27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0991850"/>
            <a:ext cx="8458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mensaje sigue ahí.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11620500"/>
            <a:ext cx="8458200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25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EJEMPLO CONCEPTUAL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portfolio\portfolio\output\social-design\design-kit\ui\exports\halo-2-4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Image 1" descr="C:\Code\portfolio\portfolio\output\social-design\design-kit\ui\exports\form-re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4762500"/>
            <a:ext cx="7429500" cy="56395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914400"/>
            <a:ext cx="845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SOFÍA BRACHO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8191500" y="9144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/ 05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1809750"/>
            <a:ext cx="8458200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Conserva lo escrito.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Permite reintentar.</a:t>
            </a:r>
            <a:endParaRPr lang="en-US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790950"/>
            <a:ext cx="84582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Correo corregido. Esta vez falla el envío.</a:t>
            </a:r>
            <a:endParaRPr lang="en-US" sz="255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0858500"/>
            <a:ext cx="8458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salida, sin empezar de nuevo.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11620500"/>
            <a:ext cx="8458200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25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EJEMPLO CONCEPTUAL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portfolio\portfolio\output\social-design\design-kit\ui\exports\halo-2-5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Image 1" descr="C:\Code\portfolio\portfolio\output\social-design\design-kit\ui\exports\form-sum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4572000"/>
            <a:ext cx="7048500" cy="535037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914400"/>
            <a:ext cx="845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SOFÍA BRACHO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8191500" y="9144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/ 05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1809750"/>
            <a:ext cx="8458200" cy="177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3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Que el error</a:t>
            </a:r>
            <a:endParaRPr lang="en-US" sz="6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3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permita continuar.</a:t>
            </a:r>
            <a:endParaRPr lang="en-US" sz="6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790950"/>
            <a:ext cx="8458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Mensaje y comportamiento van juntos.</a:t>
            </a:r>
            <a:endParaRPr lang="en-US" sz="27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0382250"/>
            <a:ext cx="84582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Explica. Conserva. Ofrece una acción.</a:t>
            </a:r>
            <a:endParaRPr lang="en-US" sz="255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11049000"/>
            <a:ext cx="8458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CE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Guárdalo para tu próximo formulario.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11620500"/>
            <a:ext cx="8458200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25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EJEMPLO CONCEPTUAL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· Tu interfaz también puede fallar · UI Kit shadcn</dc:title>
  <dc:subject>PptxGenJS Presentation</dc:subject>
  <dc:creator>Sofía Bracho</dc:creator>
  <cp:lastModifiedBy>Sofía Bracho</cp:lastModifiedBy>
  <cp:revision>1</cp:revision>
  <dcterms:created xsi:type="dcterms:W3CDTF">2026-10-15T20:41:01Z</dcterms:created>
  <dcterms:modified xsi:type="dcterms:W3CDTF">2026-10-15T20:41:01Z</dcterms:modified>
</cp:coreProperties>
</file>
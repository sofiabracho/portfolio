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conceptual. UI exportada desde componentes oficiales shadcn/ui con tema Pixel to Cloud. Texto editorial e imágenes son elementos independientes.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conceptual. UI exportada desde componentes oficiales shadcn/ui con tema Pixel to Cloud. Texto editorial e imágenes son elementos independientes.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conceptual. UI exportada desde componentes oficiales shadcn/ui con tema Pixel to Cloud. Texto editorial e imágenes son elementos independientes.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conceptual. UI exportada desde componentes oficiales shadcn/ui con tema Pixel to Cloud. Texto editorial e imágenes son elementos independientes.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ode\portfolio\portfolio\output\social-design\design-kit\ui\exports\halo-1-2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Image 1" descr="C:\Code\portfolio\portfolio\output\social-design\design-kit\traces\arrow-hand-yellow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3750" y="5143500"/>
            <a:ext cx="1524000" cy="1714500"/>
          </a:xfrm>
          <a:prstGeom prst="rect">
            <a:avLst/>
          </a:prstGeom>
        </p:spPr>
      </p:pic>
      <p:pic>
        <p:nvPicPr>
          <p:cNvPr id="4" name="Image 2" descr="C:\Code\portfolio\portfolio\output\social-design\design-kit\ui\exports\comp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7315200"/>
            <a:ext cx="8458200" cy="313923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914400" y="914400"/>
            <a:ext cx="8458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8AA0C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SOFÍA BRACHO</a:t>
            </a:r>
            <a:endParaRPr lang="en-US" sz="1800" dirty="0"/>
          </a:p>
        </p:txBody>
      </p:sp>
      <p:sp>
        <p:nvSpPr>
          <p:cNvPr id="6" name="Text 1"/>
          <p:cNvSpPr txBox="1"/>
          <p:nvPr/>
        </p:nvSpPr>
        <p:spPr>
          <a:xfrm>
            <a:off x="8191500" y="91440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/ 05</a:t>
            </a:r>
            <a:endParaRPr lang="en-US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914400" y="1809750"/>
            <a:ext cx="8458200" cy="975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0" b="1" dirty="0">
                <a:solidFill>
                  <a:srgbClr val="EAF6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Soy Sofía Bracho.</a:t>
            </a:r>
            <a:endParaRPr lang="en-US" sz="6600" dirty="0"/>
          </a:p>
        </p:txBody>
      </p:sp>
      <p:sp>
        <p:nvSpPr>
          <p:cNvPr id="8" name="Text 3"/>
          <p:cNvSpPr txBox="1"/>
          <p:nvPr/>
        </p:nvSpPr>
        <p:spPr>
          <a:xfrm>
            <a:off x="914400" y="3190875"/>
            <a:ext cx="8458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engineer y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dirty="0">
                <a:solidFill>
                  <a:srgbClr val="EA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desarrolladora full stack.</a:t>
            </a:r>
            <a:endParaRPr lang="en-US" sz="3600" dirty="0"/>
          </a:p>
        </p:txBody>
      </p:sp>
      <p:sp>
        <p:nvSpPr>
          <p:cNvPr id="9" name="Text 4"/>
          <p:cNvSpPr txBox="1"/>
          <p:nvPr/>
        </p:nvSpPr>
        <p:spPr>
          <a:xfrm>
            <a:off x="914400" y="4686300"/>
            <a:ext cx="84582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850" dirty="0">
                <a:solidFill>
                  <a:srgbClr val="8AA0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 base está en el diseño gráfico.</a:t>
            </a:r>
            <a:endParaRPr lang="en-US" sz="2850" dirty="0"/>
          </a:p>
        </p:txBody>
      </p:sp>
      <p:sp>
        <p:nvSpPr>
          <p:cNvPr id="10" name="Text 5"/>
          <p:cNvSpPr txBox="1"/>
          <p:nvPr/>
        </p:nvSpPr>
        <p:spPr>
          <a:xfrm>
            <a:off x="914400" y="11620500"/>
            <a:ext cx="8458200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25" dirty="0">
                <a:solidFill>
                  <a:srgbClr val="8AA0C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DISEÑO + CÓDIGO</a:t>
            </a:r>
            <a:endParaRPr lang="en-US" sz="17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ode\portfolio\portfolio\output\social-design\design-kit\ui\exports\halo-1-3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Image 1" descr="C:\Code\portfolio\portfolio\output\social-design\design-kit\ui\exports\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5867400"/>
            <a:ext cx="7429500" cy="450830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914400"/>
            <a:ext cx="8458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8AA0C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SOFÍA BRACHO</a:t>
            </a:r>
            <a:endParaRPr lang="en-US" sz="1800" dirty="0"/>
          </a:p>
        </p:txBody>
      </p:sp>
      <p:sp>
        <p:nvSpPr>
          <p:cNvPr id="5" name="Text 1"/>
          <p:cNvSpPr txBox="1"/>
          <p:nvPr/>
        </p:nvSpPr>
        <p:spPr>
          <a:xfrm>
            <a:off x="8191500" y="91440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/ 05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1809750"/>
            <a:ext cx="8458200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EAF6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Diseño lo que ves.</a:t>
            </a:r>
            <a:endParaRPr lang="en-US" sz="6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EAF6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Desarrollo lo que pasa.</a:t>
            </a:r>
            <a:endParaRPr lang="en-US" sz="6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3905250"/>
            <a:ext cx="84582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850" dirty="0">
                <a:solidFill>
                  <a:srgbClr val="8AA0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Una interfaz también es lo que ocurre</a:t>
            </a:r>
            <a:endParaRPr lang="en-US" sz="2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50" dirty="0">
                <a:solidFill>
                  <a:srgbClr val="8AA0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cuando alguien la usa.</a:t>
            </a:r>
            <a:endParaRPr lang="en-US" sz="285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10858500"/>
            <a:ext cx="845820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 guardar: validar, guardar y confirmar.</a:t>
            </a:r>
            <a:endParaRPr lang="en-US" sz="255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11620500"/>
            <a:ext cx="8458200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25" dirty="0">
                <a:solidFill>
                  <a:srgbClr val="8AA0C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DISEÑO + CÓDIGO</a:t>
            </a:r>
            <a:endParaRPr lang="en-US" sz="17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ode\portfolio\portfolio\output\social-design\design-kit\ui\exports\halo-1-4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Image 1" descr="C:\Code\portfolio\portfolio\output\social-design\design-kit\icons\interface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4676775"/>
            <a:ext cx="781050" cy="781050"/>
          </a:xfrm>
          <a:prstGeom prst="rect">
            <a:avLst/>
          </a:prstGeom>
        </p:spPr>
      </p:pic>
      <p:pic>
        <p:nvPicPr>
          <p:cNvPr id="4" name="Image 2" descr="C:\Code\portfolio\portfolio\output\social-design\design-kit\icons\code.sv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6467475"/>
            <a:ext cx="781050" cy="781050"/>
          </a:xfrm>
          <a:prstGeom prst="rect">
            <a:avLst/>
          </a:prstGeom>
        </p:spPr>
      </p:pic>
      <p:pic>
        <p:nvPicPr>
          <p:cNvPr id="5" name="Image 3" descr="C:\Code\portfolio\portfolio\output\social-design\design-kit\icons\verify.sv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8258175"/>
            <a:ext cx="781050" cy="78105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009775" y="5953125"/>
            <a:ext cx="7362825" cy="9525"/>
          </a:xfrm>
          <a:prstGeom prst="rect">
            <a:avLst/>
          </a:prstGeom>
          <a:solidFill>
            <a:srgbClr val="8AA0C8">
              <a:alpha val="3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2009775" y="7743825"/>
            <a:ext cx="7362825" cy="9525"/>
          </a:xfrm>
          <a:prstGeom prst="rect">
            <a:avLst/>
          </a:prstGeom>
          <a:solidFill>
            <a:srgbClr val="8AA0C8">
              <a:alpha val="3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914400" y="914400"/>
            <a:ext cx="8458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8AA0C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SOFÍA BRACHO</a:t>
            </a:r>
            <a:endParaRPr lang="en-US" sz="1800" dirty="0"/>
          </a:p>
        </p:txBody>
      </p:sp>
      <p:sp>
        <p:nvSpPr>
          <p:cNvPr id="9" name="Text 3"/>
          <p:cNvSpPr txBox="1"/>
          <p:nvPr/>
        </p:nvSpPr>
        <p:spPr>
          <a:xfrm>
            <a:off x="8191500" y="91440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/ 05</a:t>
            </a:r>
            <a:endParaRPr lang="en-US" sz="1800" dirty="0"/>
          </a:p>
        </p:txBody>
      </p:sp>
      <p:sp>
        <p:nvSpPr>
          <p:cNvPr id="10" name="Text 4"/>
          <p:cNvSpPr txBox="1"/>
          <p:nvPr/>
        </p:nvSpPr>
        <p:spPr>
          <a:xfrm>
            <a:off x="914400" y="1952625"/>
            <a:ext cx="8458200" cy="147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175" b="1" dirty="0">
                <a:solidFill>
                  <a:srgbClr val="EAF6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Aquí compartiré</a:t>
            </a:r>
            <a:endParaRPr lang="en-US" sz="5175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175" b="1" dirty="0">
                <a:solidFill>
                  <a:srgbClr val="EAF6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lo que voy aprendiendo.</a:t>
            </a:r>
            <a:endParaRPr lang="en-US" sz="5175" dirty="0"/>
          </a:p>
        </p:txBody>
      </p:sp>
      <p:sp>
        <p:nvSpPr>
          <p:cNvPr id="11" name="Text 5"/>
          <p:cNvSpPr txBox="1"/>
          <p:nvPr/>
        </p:nvSpPr>
        <p:spPr>
          <a:xfrm>
            <a:off x="2009775" y="4676775"/>
            <a:ext cx="7362825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225" b="1" dirty="0">
                <a:solidFill>
                  <a:srgbClr val="EAF6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Decisiones de interfaz</a:t>
            </a:r>
            <a:endParaRPr lang="en-US" sz="3225" dirty="0"/>
          </a:p>
        </p:txBody>
      </p:sp>
      <p:sp>
        <p:nvSpPr>
          <p:cNvPr id="12" name="Text 6"/>
          <p:cNvSpPr txBox="1"/>
          <p:nvPr/>
        </p:nvSpPr>
        <p:spPr>
          <a:xfrm>
            <a:off x="2009775" y="5362575"/>
            <a:ext cx="73628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8AA0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Estados, mensajes y detalles de uso.</a:t>
            </a:r>
            <a:endParaRPr lang="en-US" sz="2400" dirty="0"/>
          </a:p>
        </p:txBody>
      </p:sp>
      <p:sp>
        <p:nvSpPr>
          <p:cNvPr id="13" name="Text 7"/>
          <p:cNvSpPr txBox="1"/>
          <p:nvPr/>
        </p:nvSpPr>
        <p:spPr>
          <a:xfrm>
            <a:off x="2009775" y="6467475"/>
            <a:ext cx="7362825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225" b="1" dirty="0">
                <a:solidFill>
                  <a:srgbClr val="EAF6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Código y proceso</a:t>
            </a:r>
            <a:endParaRPr lang="en-US" sz="3225" dirty="0"/>
          </a:p>
        </p:txBody>
      </p:sp>
      <p:sp>
        <p:nvSpPr>
          <p:cNvPr id="14" name="Text 8"/>
          <p:cNvSpPr txBox="1"/>
          <p:nvPr/>
        </p:nvSpPr>
        <p:spPr>
          <a:xfrm>
            <a:off x="2009775" y="7153275"/>
            <a:ext cx="73628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8AA0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Qué construí, qué falló y qué cambié.</a:t>
            </a:r>
            <a:endParaRPr lang="en-US" sz="2400" dirty="0"/>
          </a:p>
        </p:txBody>
      </p:sp>
      <p:sp>
        <p:nvSpPr>
          <p:cNvPr id="15" name="Text 9"/>
          <p:cNvSpPr txBox="1"/>
          <p:nvPr/>
        </p:nvSpPr>
        <p:spPr>
          <a:xfrm>
            <a:off x="2009775" y="8258175"/>
            <a:ext cx="7362825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225" b="1" dirty="0">
                <a:solidFill>
                  <a:srgbClr val="FFCE1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IA aplicada con criterio</a:t>
            </a:r>
            <a:endParaRPr lang="en-US" sz="3225" dirty="0"/>
          </a:p>
        </p:txBody>
      </p:sp>
      <p:sp>
        <p:nvSpPr>
          <p:cNvPr id="16" name="Text 10"/>
          <p:cNvSpPr txBox="1"/>
          <p:nvPr/>
        </p:nvSpPr>
        <p:spPr>
          <a:xfrm>
            <a:off x="2009775" y="8943975"/>
            <a:ext cx="73628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8AA0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Qué propuso y qué tuve que revisar.</a:t>
            </a:r>
            <a:endParaRPr lang="en-US" sz="2400" dirty="0"/>
          </a:p>
        </p:txBody>
      </p:sp>
      <p:sp>
        <p:nvSpPr>
          <p:cNvPr id="17" name="Text 11"/>
          <p:cNvSpPr txBox="1"/>
          <p:nvPr/>
        </p:nvSpPr>
        <p:spPr>
          <a:xfrm>
            <a:off x="914400" y="11620500"/>
            <a:ext cx="8458200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25" dirty="0">
                <a:solidFill>
                  <a:srgbClr val="8AA0C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DISEÑO + CÓDIGO</a:t>
            </a:r>
            <a:endParaRPr lang="en-US" sz="17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ode\portfolio\portfolio\output\social-design\design-kit\ui\exports\halo-1-5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Image 1" descr="C:\Code\portfolio\portfolio\output\social-design\design-kit\ui\exports\convers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62100"/>
            <a:ext cx="7143750" cy="9481691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914400"/>
            <a:ext cx="8458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8AA0C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SOFÍA BRACHO</a:t>
            </a:r>
            <a:endParaRPr lang="en-US" sz="1800" dirty="0"/>
          </a:p>
        </p:txBody>
      </p:sp>
      <p:sp>
        <p:nvSpPr>
          <p:cNvPr id="5" name="Text 1"/>
          <p:cNvSpPr txBox="1"/>
          <p:nvPr/>
        </p:nvSpPr>
        <p:spPr>
          <a:xfrm>
            <a:off x="8191500" y="91440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/ 05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11144250"/>
            <a:ext cx="8458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8AA0C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Encuesta visual · Te leo en comentarios.</a:t>
            </a:r>
            <a:endParaRPr lang="en-US" sz="21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11620500"/>
            <a:ext cx="8458200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25" dirty="0">
                <a:solidFill>
                  <a:srgbClr val="8AA0C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DISEÑO + CÓDIGO</a:t>
            </a:r>
            <a:endParaRPr lang="en-US" sz="1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 · Diseño, código y lo que aprendo · UI Kit shadcn</dc:title>
  <dc:subject>PptxGenJS Presentation</dc:subject>
  <dc:creator>Sofía Bracho</dc:creator>
  <cp:lastModifiedBy>Sofía Bracho</cp:lastModifiedBy>
  <cp:revision>1</cp:revision>
  <dcterms:created xsi:type="dcterms:W3CDTF">2026-10-15T20:40:55Z</dcterms:created>
  <dcterms:modified xsi:type="dcterms:W3CDTF">2026-10-15T20:40:55Z</dcterms:modified>
</cp:coreProperties>
</file>